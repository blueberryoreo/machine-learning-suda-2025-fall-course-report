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BB7AE-A26D-42B1-81FF-DFDE5CFDB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84F070-0A7C-4D1B-BFC9-770047ACE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6A1065-9896-4BC8-AC55-495DE4C2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BC49A-83A5-4957-BC93-D296414D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61578-98A2-46F2-BD80-5021C512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089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4BD9D-9D98-4DBC-82BF-45A420CC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60F36-9260-4609-994C-11B273ABE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338D0-229E-424C-B127-8E21C363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0052E6-2785-4AF2-BA34-DFD43A37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A98A8C-4064-4FB0-89A0-F40B68A9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8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87E6F-D1BC-4C67-B837-C64E2240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7F745D-D11F-43B5-8A43-5E08366F0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34480-79B1-40A4-83F5-B185B55F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DD09F-25BB-4FA2-8FC7-74FC29D8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BF428-E223-4260-9679-F7C1BBB7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97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7C8B8-6098-449D-ACE5-67BF6908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14974-E578-41BD-9634-6566F68B5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4D7C41-2BA7-4260-816F-B3DD30CD4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0C8278-EFA2-4877-8057-916D97E8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622318-3BC6-493D-9DD6-8BBBB387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3FCA8E-0A08-4FD6-973E-71C37358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36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2A290-A7B4-4173-B59C-DB90B340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CE446C-ED3E-4812-8C23-6160688B0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64B649-B059-4B30-8964-E3265967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E67E18-3089-45AB-ADDA-FA4B9488E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51D591-81CC-40C0-90B2-5A22A9770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B2FDDB-D333-4DC3-B3D7-ABA93AAC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CCC6CE-9A32-4BD5-8B90-03FB21B0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2D862E-B587-4C05-8265-238A0F84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64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A3AED-F132-4C01-B823-52137C32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AB3A8B-6DA9-4FBE-8E8F-E6EA9ACB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B923BB-0D04-4FAD-A5DA-DB7087211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C25EC6-C0DB-437E-862E-3656D83B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00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9AD357-96F3-41E4-9730-677CD88F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E7E7BA-C246-4B55-921C-D48F8B71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7C78AB-ADAF-4EC5-A4D2-E1EDF7FBF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66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ECDCE-CA40-4601-8FA3-4079F5FB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F8CB7-7E0C-4CA5-B66F-B2696B664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36B23B-B46E-4067-A3BF-2F2CAD45D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4217D3-A996-42B7-9898-6C9C8FAC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F2B0DF-4D3B-4206-BA56-ACD18433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8E18F1-6072-4ECA-B939-937C78AB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11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B1F40-65FA-46C3-B905-4EB15590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A5430C-33B4-4F01-B7BD-42481F014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33AA18-C71D-45F3-B629-8E92D6807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EAC9DF-9720-49A2-88D5-399A8CE8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6FF31E-5149-40B2-AC19-1AE40E7E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959155-9BEA-4D76-AC7D-A7EDF358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30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CB76B-05B8-49C9-879F-9DF82310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E7DF6B-FFDA-4ABC-B820-7F771341D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8D312D-44D8-4719-A39F-1CFE2D2C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7C47AD-7B33-4A4E-B146-DF775931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1BB739-E14C-41F4-BFA6-28DEB387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08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A4F4CA-16BA-4882-8921-D4F4308CD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926E5D-B251-4BB1-B082-C7165E3D2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4F48F-13B7-4CDF-A66A-F863FEBA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160454-5A3F-4249-9316-BBF5DFD8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3A8F3-8DFA-4F22-A648-37934D01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48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4618B7-108E-464F-88C7-F79946D5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39EB85-559A-40CC-A6A9-1500EB384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CC5EC-7EC2-41A9-8D11-B6AFA70E2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533C0-1ABC-43D0-BABF-C3D556FF0981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63C6C-C422-44DC-8532-07C0372DC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40340B-132E-4BCF-89EC-E7C4F253C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CDE8-85D8-4CD3-AB5C-972CC3491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3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AFE5D-75BE-4CBF-96AF-ECEB106EE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0A0923-9806-4AD6-926A-8EB7F3F38B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6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D0B166B-648D-4FBA-8A8D-C54D70BDCF7B}"/>
              </a:ext>
            </a:extLst>
          </p:cNvPr>
          <p:cNvSpPr/>
          <p:nvPr/>
        </p:nvSpPr>
        <p:spPr>
          <a:xfrm>
            <a:off x="5805322" y="2490226"/>
            <a:ext cx="588477" cy="1759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2EDB060-8BBF-40AA-8507-6A99CD6B981F}"/>
              </a:ext>
            </a:extLst>
          </p:cNvPr>
          <p:cNvGrpSpPr/>
          <p:nvPr/>
        </p:nvGrpSpPr>
        <p:grpSpPr>
          <a:xfrm>
            <a:off x="4549537" y="2027977"/>
            <a:ext cx="588475" cy="1113576"/>
            <a:chOff x="1810693" y="1819748"/>
            <a:chExt cx="588475" cy="1113576"/>
          </a:xfrm>
          <a:solidFill>
            <a:schemeClr val="bg1">
              <a:lumMod val="95000"/>
            </a:schemeClr>
          </a:solidFill>
        </p:grpSpPr>
        <p:sp>
          <p:nvSpPr>
            <p:cNvPr id="4" name="梯形 3">
              <a:extLst>
                <a:ext uri="{FF2B5EF4-FFF2-40B4-BE49-F238E27FC236}">
                  <a16:creationId xmlns:a16="http://schemas.microsoft.com/office/drawing/2014/main" id="{A8A98462-CE05-47BE-8781-9A9533B32377}"/>
                </a:ext>
              </a:extLst>
            </p:cNvPr>
            <p:cNvSpPr/>
            <p:nvPr/>
          </p:nvSpPr>
          <p:spPr>
            <a:xfrm rot="5400000">
              <a:off x="1548143" y="2082298"/>
              <a:ext cx="1113576" cy="588475"/>
            </a:xfrm>
            <a:prstGeom prst="trapezoid">
              <a:avLst>
                <a:gd name="adj" fmla="val 49615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 descr="\documentclass{article}&#10;\usepackage{amsmath}&#10;\pagestyle{empty}&#10;\begin{document}&#10;&#10;$$&#10;\mathcal{E}&#10;$$&#10;&#10;&#10;\end{document}" title="IguanaTex Picture Display">
              <a:extLst>
                <a:ext uri="{FF2B5EF4-FFF2-40B4-BE49-F238E27FC236}">
                  <a16:creationId xmlns:a16="http://schemas.microsoft.com/office/drawing/2014/main" id="{1007C86F-C4C4-4AD6-94D7-E341901E2CEE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6359" y="2284343"/>
              <a:ext cx="137143" cy="184381"/>
            </a:xfrm>
            <a:prstGeom prst="rect">
              <a:avLst/>
            </a:prstGeom>
            <a:grpFill/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ACA0C3-100D-4FA0-B25F-87F529448320}"/>
              </a:ext>
            </a:extLst>
          </p:cNvPr>
          <p:cNvGrpSpPr/>
          <p:nvPr/>
        </p:nvGrpSpPr>
        <p:grpSpPr>
          <a:xfrm>
            <a:off x="7100895" y="2027977"/>
            <a:ext cx="588475" cy="1113576"/>
            <a:chOff x="4415074" y="1819749"/>
            <a:chExt cx="588475" cy="1113576"/>
          </a:xfrm>
          <a:solidFill>
            <a:schemeClr val="bg1">
              <a:lumMod val="95000"/>
            </a:schemeClr>
          </a:solidFill>
        </p:grpSpPr>
        <p:sp>
          <p:nvSpPr>
            <p:cNvPr id="5" name="梯形 4">
              <a:extLst>
                <a:ext uri="{FF2B5EF4-FFF2-40B4-BE49-F238E27FC236}">
                  <a16:creationId xmlns:a16="http://schemas.microsoft.com/office/drawing/2014/main" id="{A8F3EDDD-3D97-4ACC-BADC-72A52FBE9AD2}"/>
                </a:ext>
              </a:extLst>
            </p:cNvPr>
            <p:cNvSpPr/>
            <p:nvPr/>
          </p:nvSpPr>
          <p:spPr>
            <a:xfrm rot="16200000">
              <a:off x="4152524" y="2082299"/>
              <a:ext cx="1113576" cy="588475"/>
            </a:xfrm>
            <a:prstGeom prst="trapezoid">
              <a:avLst>
                <a:gd name="adj" fmla="val 49615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0" name="图片 9" descr="\documentclass{article}&#10;\usepackage{amsmath}&#10;\pagestyle{empty}&#10;\begin{document}&#10;&#10;$$&#10;\mathcal{D}&#10;$$&#10;&#10;&#10;\end{document}" title="IguanaTex Picture Display">
              <a:extLst>
                <a:ext uri="{FF2B5EF4-FFF2-40B4-BE49-F238E27FC236}">
                  <a16:creationId xmlns:a16="http://schemas.microsoft.com/office/drawing/2014/main" id="{85819BC3-F821-43C2-821F-25D059579C2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4074" y="2288089"/>
              <a:ext cx="190476" cy="172190"/>
            </a:xfrm>
            <a:prstGeom prst="rect">
              <a:avLst/>
            </a:prstGeom>
            <a:grpFill/>
          </p:spPr>
        </p:pic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296D13-B67D-4482-AACE-200295811E0A}"/>
              </a:ext>
            </a:extLst>
          </p:cNvPr>
          <p:cNvCxnSpPr/>
          <p:nvPr/>
        </p:nvCxnSpPr>
        <p:spPr>
          <a:xfrm>
            <a:off x="3965417" y="2582413"/>
            <a:ext cx="4979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32F47E-FF69-42BE-89B8-86AE350D2D8A}"/>
              </a:ext>
            </a:extLst>
          </p:cNvPr>
          <p:cNvSpPr/>
          <p:nvPr/>
        </p:nvSpPr>
        <p:spPr>
          <a:xfrm>
            <a:off x="2958510" y="2490226"/>
            <a:ext cx="902329" cy="1674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2485243-666F-442B-B8A0-E2D06C29E4DB}"/>
              </a:ext>
            </a:extLst>
          </p:cNvPr>
          <p:cNvCxnSpPr/>
          <p:nvPr/>
        </p:nvCxnSpPr>
        <p:spPr>
          <a:xfrm>
            <a:off x="5228377" y="2584762"/>
            <a:ext cx="4979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B791DF0-F4BB-4F59-9FC8-4824493AC7D5}"/>
              </a:ext>
            </a:extLst>
          </p:cNvPr>
          <p:cNvCxnSpPr/>
          <p:nvPr/>
        </p:nvCxnSpPr>
        <p:spPr>
          <a:xfrm>
            <a:off x="6498377" y="2587338"/>
            <a:ext cx="4979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图片 18" descr="\documentclass{article}&#10;\usepackage{amsmath}&#10;\pagestyle{empty}&#10;\begin{document}&#10;&#10;$$&#10;\mathbf{x}&#10;$$&#10;&#10;&#10;\end{document}" title="IguanaTex Picture Display">
            <a:extLst>
              <a:ext uri="{FF2B5EF4-FFF2-40B4-BE49-F238E27FC236}">
                <a16:creationId xmlns:a16="http://schemas.microsoft.com/office/drawing/2014/main" id="{5464E2A8-0A36-4ED4-BCE8-13E34E2ACC7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293" y="2861586"/>
            <a:ext cx="144762" cy="11276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$&#10;\mathbf{z}&#10;$$&#10;&#10;&#10;\end{document}" title="IguanaTex Picture Display">
            <a:extLst>
              <a:ext uri="{FF2B5EF4-FFF2-40B4-BE49-F238E27FC236}">
                <a16:creationId xmlns:a16="http://schemas.microsoft.com/office/drawing/2014/main" id="{203395AB-BF16-4A93-9747-569916135C1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703" y="2861586"/>
            <a:ext cx="109714" cy="112762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D16A4E8-9CAB-47B1-A791-A1FA0D6EA225}"/>
              </a:ext>
            </a:extLst>
          </p:cNvPr>
          <p:cNvCxnSpPr/>
          <p:nvPr/>
        </p:nvCxnSpPr>
        <p:spPr>
          <a:xfrm>
            <a:off x="7806477" y="2582413"/>
            <a:ext cx="4979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E619AF8-B6FB-49AB-91D0-64A6424BD9B6}"/>
              </a:ext>
            </a:extLst>
          </p:cNvPr>
          <p:cNvSpPr/>
          <p:nvPr/>
        </p:nvSpPr>
        <p:spPr>
          <a:xfrm>
            <a:off x="8378631" y="2490226"/>
            <a:ext cx="902329" cy="1674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\documentclass{article}&#10;\usepackage{amsmath}&#10;\pagestyle{empty}&#10;\begin{document}&#10;&#10;$$&#10;\hat{\mathbf{x}}&#10;$$&#10;&#10;&#10;\end{document}" title="IguanaTex Picture Display">
            <a:extLst>
              <a:ext uri="{FF2B5EF4-FFF2-40B4-BE49-F238E27FC236}">
                <a16:creationId xmlns:a16="http://schemas.microsoft.com/office/drawing/2014/main" id="{F504F759-234E-4533-AD91-0F25551377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164" y="2796062"/>
            <a:ext cx="144762" cy="178286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3572270-9C41-4ADA-8D82-FA7270438630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207428" y="2584765"/>
            <a:ext cx="1342110" cy="10950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91942E9-4773-4BF4-8C2E-EB54CB43F2C5}"/>
              </a:ext>
            </a:extLst>
          </p:cNvPr>
          <p:cNvGrpSpPr/>
          <p:nvPr/>
        </p:nvGrpSpPr>
        <p:grpSpPr>
          <a:xfrm>
            <a:off x="2958510" y="3682184"/>
            <a:ext cx="2846812" cy="1199984"/>
            <a:chOff x="2270447" y="2822105"/>
            <a:chExt cx="2846812" cy="1199984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9358EFFA-5E7B-4B51-A5FE-B2C2AE25D739}"/>
                </a:ext>
              </a:extLst>
            </p:cNvPr>
            <p:cNvSpPr/>
            <p:nvPr/>
          </p:nvSpPr>
          <p:spPr>
            <a:xfrm>
              <a:off x="2519363" y="2928938"/>
              <a:ext cx="1752600" cy="1004395"/>
            </a:xfrm>
            <a:prstGeom prst="roundRect">
              <a:avLst>
                <a:gd name="adj" fmla="val 71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48F2396-61AF-436F-A656-D53BCF8C6C6C}"/>
                </a:ext>
              </a:extLst>
            </p:cNvPr>
            <p:cNvSpPr/>
            <p:nvPr/>
          </p:nvSpPr>
          <p:spPr>
            <a:xfrm>
              <a:off x="2457449" y="2822105"/>
              <a:ext cx="2457451" cy="1199984"/>
            </a:xfrm>
            <a:prstGeom prst="roundRect">
              <a:avLst>
                <a:gd name="adj" fmla="val 6859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183E7C7-F283-4FA2-9DB4-6F4D714C1EB7}"/>
                </a:ext>
              </a:extLst>
            </p:cNvPr>
            <p:cNvGrpSpPr/>
            <p:nvPr/>
          </p:nvGrpSpPr>
          <p:grpSpPr>
            <a:xfrm>
              <a:off x="2649229" y="3007519"/>
              <a:ext cx="370195" cy="842962"/>
              <a:chOff x="2649229" y="3007519"/>
              <a:chExt cx="370195" cy="842962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C21EB4-72BA-4BBC-BB51-4BFE8D1D0989}"/>
                  </a:ext>
                </a:extLst>
              </p:cNvPr>
              <p:cNvSpPr/>
              <p:nvPr/>
            </p:nvSpPr>
            <p:spPr>
              <a:xfrm>
                <a:off x="2649229" y="3007519"/>
                <a:ext cx="370195" cy="8429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24CE1FD-4356-415B-BBE7-F2768727541E}"/>
                  </a:ext>
                </a:extLst>
              </p:cNvPr>
              <p:cNvSpPr txBox="1"/>
              <p:nvPr/>
            </p:nvSpPr>
            <p:spPr>
              <a:xfrm rot="5400000">
                <a:off x="2430550" y="3275111"/>
                <a:ext cx="8075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D19A87D-FCB2-44D9-AE32-0933EAF1E155}"/>
                </a:ext>
              </a:extLst>
            </p:cNvPr>
            <p:cNvGrpSpPr/>
            <p:nvPr/>
          </p:nvGrpSpPr>
          <p:grpSpPr>
            <a:xfrm>
              <a:off x="3325584" y="3007518"/>
              <a:ext cx="293879" cy="842962"/>
              <a:chOff x="3092256" y="3007519"/>
              <a:chExt cx="293879" cy="842962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92A5BFBB-1C36-456C-A579-040545251391}"/>
                  </a:ext>
                </a:extLst>
              </p:cNvPr>
              <p:cNvSpPr/>
              <p:nvPr/>
            </p:nvSpPr>
            <p:spPr>
              <a:xfrm>
                <a:off x="3092256" y="3007519"/>
                <a:ext cx="293879" cy="8429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061EF23-7608-4581-81BF-A2154712FABD}"/>
                  </a:ext>
                </a:extLst>
              </p:cNvPr>
              <p:cNvSpPr txBox="1"/>
              <p:nvPr/>
            </p:nvSpPr>
            <p:spPr>
              <a:xfrm rot="5400000">
                <a:off x="2835419" y="3299117"/>
                <a:ext cx="80755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LayerNorm</a:t>
                </a:r>
                <a:endParaRPr lang="zh-CN" alt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D83480D-EAF5-40BA-9162-204F66B585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447" y="3428999"/>
              <a:ext cx="351572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0AF0861-5BCE-460D-B122-97375C3B3F55}"/>
                </a:ext>
              </a:extLst>
            </p:cNvPr>
            <p:cNvCxnSpPr>
              <a:cxnSpLocks/>
            </p:cNvCxnSpPr>
            <p:nvPr/>
          </p:nvCxnSpPr>
          <p:spPr>
            <a:xfrm>
              <a:off x="3060754" y="3429000"/>
              <a:ext cx="2240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C7E888D2-84BA-4B53-B726-15CC80A656AD}"/>
                </a:ext>
              </a:extLst>
            </p:cNvPr>
            <p:cNvCxnSpPr>
              <a:cxnSpLocks/>
            </p:cNvCxnSpPr>
            <p:nvPr/>
          </p:nvCxnSpPr>
          <p:spPr>
            <a:xfrm>
              <a:off x="3663528" y="3429000"/>
              <a:ext cx="2240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C19EDD3-888A-4F9B-8C15-147AC908F317}"/>
                </a:ext>
              </a:extLst>
            </p:cNvPr>
            <p:cNvSpPr/>
            <p:nvPr/>
          </p:nvSpPr>
          <p:spPr>
            <a:xfrm>
              <a:off x="3925041" y="3316978"/>
              <a:ext cx="224043" cy="22404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F44CD491-E00D-4382-B18C-1ED6D3B998A8}"/>
                </a:ext>
              </a:extLst>
            </p:cNvPr>
            <p:cNvCxnSpPr/>
            <p:nvPr/>
          </p:nvCxnSpPr>
          <p:spPr>
            <a:xfrm flipV="1">
              <a:off x="3959671" y="3381375"/>
              <a:ext cx="154781" cy="95250"/>
            </a:xfrm>
            <a:prstGeom prst="bentConnector3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31BFA3C-A0A0-43B0-B5C2-FBE6B665785A}"/>
                </a:ext>
              </a:extLst>
            </p:cNvPr>
            <p:cNvCxnSpPr>
              <a:cxnSpLocks/>
            </p:cNvCxnSpPr>
            <p:nvPr/>
          </p:nvCxnSpPr>
          <p:spPr>
            <a:xfrm>
              <a:off x="4177878" y="3426860"/>
              <a:ext cx="2240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7EF404-DE91-49A8-A614-3CB7BB4379A3}"/>
                </a:ext>
              </a:extLst>
            </p:cNvPr>
            <p:cNvGrpSpPr/>
            <p:nvPr/>
          </p:nvGrpSpPr>
          <p:grpSpPr>
            <a:xfrm>
              <a:off x="4445879" y="3000616"/>
              <a:ext cx="370195" cy="842962"/>
              <a:chOff x="2649229" y="3007519"/>
              <a:chExt cx="370195" cy="842962"/>
            </a:xfrm>
          </p:grpSpPr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4C4FF10C-702F-40DC-93A1-5E966E03F04B}"/>
                  </a:ext>
                </a:extLst>
              </p:cNvPr>
              <p:cNvSpPr/>
              <p:nvPr/>
            </p:nvSpPr>
            <p:spPr>
              <a:xfrm>
                <a:off x="2649229" y="3007519"/>
                <a:ext cx="370195" cy="8429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6FC123C-8B6B-4B5F-85FB-CAD098F8AB30}"/>
                  </a:ext>
                </a:extLst>
              </p:cNvPr>
              <p:cNvSpPr txBox="1"/>
              <p:nvPr/>
            </p:nvSpPr>
            <p:spPr>
              <a:xfrm rot="5400000">
                <a:off x="2430550" y="3275111"/>
                <a:ext cx="8075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E0C3E11C-48B1-4DD4-B24B-BE7F3865FA84}"/>
                </a:ext>
              </a:extLst>
            </p:cNvPr>
            <p:cNvCxnSpPr>
              <a:cxnSpLocks/>
            </p:cNvCxnSpPr>
            <p:nvPr/>
          </p:nvCxnSpPr>
          <p:spPr>
            <a:xfrm>
              <a:off x="4844411" y="3426859"/>
              <a:ext cx="272848" cy="214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2" name="图片 71" descr="\documentclass{article}&#10;\usepackage{amsmath}&#10;\pagestyle{empty}&#10;\begin{document}&#10;&#10;$$&#10;\times l^{\mathcal{E}}&#10;$$&#10;&#10;&#10;\end{document}" title="IguanaTex Picture Display">
              <a:extLst>
                <a:ext uri="{FF2B5EF4-FFF2-40B4-BE49-F238E27FC236}">
                  <a16:creationId xmlns:a16="http://schemas.microsoft.com/office/drawing/2014/main" id="{8E48F24E-1BF9-4299-A88D-5EBCF60DDE7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9611" y="3758225"/>
              <a:ext cx="225112" cy="149100"/>
            </a:xfrm>
            <a:prstGeom prst="rect">
              <a:avLst/>
            </a:prstGeom>
          </p:spPr>
        </p:pic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06D97E01-3839-44D9-A9BB-8FC689424D76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5138013" y="2584765"/>
            <a:ext cx="452693" cy="110908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628CC174-515D-400B-B7A3-83D80E84F17F}"/>
              </a:ext>
            </a:extLst>
          </p:cNvPr>
          <p:cNvGrpSpPr/>
          <p:nvPr/>
        </p:nvGrpSpPr>
        <p:grpSpPr>
          <a:xfrm>
            <a:off x="6172058" y="3667230"/>
            <a:ext cx="2846812" cy="1199984"/>
            <a:chOff x="5483995" y="2807151"/>
            <a:chExt cx="2846812" cy="1199984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D9B350B1-0E80-4627-9BD3-3F0C64247A1B}"/>
                </a:ext>
              </a:extLst>
            </p:cNvPr>
            <p:cNvSpPr/>
            <p:nvPr/>
          </p:nvSpPr>
          <p:spPr>
            <a:xfrm>
              <a:off x="5732911" y="2913984"/>
              <a:ext cx="1752600" cy="1004395"/>
            </a:xfrm>
            <a:prstGeom prst="roundRect">
              <a:avLst>
                <a:gd name="adj" fmla="val 71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68955ECD-24F5-4C56-8939-F186F19B9C9D}"/>
                </a:ext>
              </a:extLst>
            </p:cNvPr>
            <p:cNvSpPr/>
            <p:nvPr/>
          </p:nvSpPr>
          <p:spPr>
            <a:xfrm>
              <a:off x="5670997" y="2807151"/>
              <a:ext cx="2457451" cy="1199984"/>
            </a:xfrm>
            <a:prstGeom prst="roundRect">
              <a:avLst>
                <a:gd name="adj" fmla="val 6859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CDC38A6C-13FC-4465-987D-AF0CD4480F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3995" y="3414045"/>
              <a:ext cx="351572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2AE2E5E2-1984-4C1F-B883-1FDF25360E59}"/>
                </a:ext>
              </a:extLst>
            </p:cNvPr>
            <p:cNvCxnSpPr>
              <a:cxnSpLocks/>
            </p:cNvCxnSpPr>
            <p:nvPr/>
          </p:nvCxnSpPr>
          <p:spPr>
            <a:xfrm>
              <a:off x="6274302" y="3414046"/>
              <a:ext cx="2240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67A8F1D3-B8E3-4D24-99C3-E35365A3C741}"/>
                </a:ext>
              </a:extLst>
            </p:cNvPr>
            <p:cNvCxnSpPr>
              <a:cxnSpLocks/>
            </p:cNvCxnSpPr>
            <p:nvPr/>
          </p:nvCxnSpPr>
          <p:spPr>
            <a:xfrm>
              <a:off x="6877076" y="3414046"/>
              <a:ext cx="2240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009E4331-359F-4FFF-A6C7-FC4C08558C36}"/>
                </a:ext>
              </a:extLst>
            </p:cNvPr>
            <p:cNvSpPr/>
            <p:nvPr/>
          </p:nvSpPr>
          <p:spPr>
            <a:xfrm>
              <a:off x="7138589" y="3302024"/>
              <a:ext cx="224043" cy="22404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1" name="连接符: 肘形 90">
              <a:extLst>
                <a:ext uri="{FF2B5EF4-FFF2-40B4-BE49-F238E27FC236}">
                  <a16:creationId xmlns:a16="http://schemas.microsoft.com/office/drawing/2014/main" id="{55D30516-78F2-4AAE-9DE8-364FEE735313}"/>
                </a:ext>
              </a:extLst>
            </p:cNvPr>
            <p:cNvCxnSpPr/>
            <p:nvPr/>
          </p:nvCxnSpPr>
          <p:spPr>
            <a:xfrm flipV="1">
              <a:off x="7173219" y="3366421"/>
              <a:ext cx="154781" cy="95250"/>
            </a:xfrm>
            <a:prstGeom prst="bentConnector3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07156AC1-7BD4-4952-9958-F78C1E4C0766}"/>
                </a:ext>
              </a:extLst>
            </p:cNvPr>
            <p:cNvCxnSpPr>
              <a:cxnSpLocks/>
            </p:cNvCxnSpPr>
            <p:nvPr/>
          </p:nvCxnSpPr>
          <p:spPr>
            <a:xfrm>
              <a:off x="7391426" y="3411906"/>
              <a:ext cx="2240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B76562DC-F6A7-4E8A-B49B-683F6A4A4192}"/>
                </a:ext>
              </a:extLst>
            </p:cNvPr>
            <p:cNvCxnSpPr>
              <a:cxnSpLocks/>
            </p:cNvCxnSpPr>
            <p:nvPr/>
          </p:nvCxnSpPr>
          <p:spPr>
            <a:xfrm>
              <a:off x="8057959" y="3411905"/>
              <a:ext cx="272848" cy="214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0" name="图片 109" descr="\documentclass{article}&#10;\usepackage{amsmath}&#10;\pagestyle{empty}&#10;\begin{document}&#10;&#10;$$&#10;\times l^{\mathcal{D}}&#10;$$&#10;&#10;&#10;\end{document}" title="IguanaTex Picture Display">
              <a:extLst>
                <a:ext uri="{FF2B5EF4-FFF2-40B4-BE49-F238E27FC236}">
                  <a16:creationId xmlns:a16="http://schemas.microsoft.com/office/drawing/2014/main" id="{EFDF1883-2261-471A-BD3F-2D89EE83B47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3159" y="3743271"/>
              <a:ext cx="252398" cy="146176"/>
            </a:xfrm>
            <a:prstGeom prst="rect">
              <a:avLst/>
            </a:prstGeom>
          </p:spPr>
        </p:pic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3F15A7FB-06C7-4D73-A7AC-9E1F652ECCF9}"/>
              </a:ext>
            </a:extLst>
          </p:cNvPr>
          <p:cNvGrpSpPr/>
          <p:nvPr/>
        </p:nvGrpSpPr>
        <p:grpSpPr>
          <a:xfrm>
            <a:off x="6550840" y="3852644"/>
            <a:ext cx="370195" cy="842962"/>
            <a:chOff x="2649229" y="3007519"/>
            <a:chExt cx="370195" cy="842962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7F00444-D2B7-43A4-B441-F321132E8A46}"/>
                </a:ext>
              </a:extLst>
            </p:cNvPr>
            <p:cNvSpPr/>
            <p:nvPr/>
          </p:nvSpPr>
          <p:spPr>
            <a:xfrm>
              <a:off x="2649229" y="3007519"/>
              <a:ext cx="370195" cy="8429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3FEA10A6-B058-4C01-B6B5-96203026BA24}"/>
                </a:ext>
              </a:extLst>
            </p:cNvPr>
            <p:cNvSpPr txBox="1"/>
            <p:nvPr/>
          </p:nvSpPr>
          <p:spPr>
            <a:xfrm rot="5400000">
              <a:off x="2430550" y="3275111"/>
              <a:ext cx="8075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B58F3408-10DE-488C-AE33-776B461A09C8}"/>
              </a:ext>
            </a:extLst>
          </p:cNvPr>
          <p:cNvGrpSpPr/>
          <p:nvPr/>
        </p:nvGrpSpPr>
        <p:grpSpPr>
          <a:xfrm>
            <a:off x="7227195" y="3852643"/>
            <a:ext cx="293879" cy="842962"/>
            <a:chOff x="3092256" y="3007519"/>
            <a:chExt cx="293879" cy="842962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95A59AD-B7DA-4E82-972C-4716EFF397DB}"/>
                </a:ext>
              </a:extLst>
            </p:cNvPr>
            <p:cNvSpPr/>
            <p:nvPr/>
          </p:nvSpPr>
          <p:spPr>
            <a:xfrm>
              <a:off x="3092256" y="3007519"/>
              <a:ext cx="293879" cy="8429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6A421058-94EF-455C-9D8E-30A246313C26}"/>
                </a:ext>
              </a:extLst>
            </p:cNvPr>
            <p:cNvSpPr txBox="1"/>
            <p:nvPr/>
          </p:nvSpPr>
          <p:spPr>
            <a:xfrm rot="5400000">
              <a:off x="2835419" y="3299117"/>
              <a:ext cx="80755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LayerNorm</a:t>
              </a:r>
              <a:endParaRPr lang="zh-CN" alt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589FCD62-2E88-4A62-8D33-5CF50B4B7C93}"/>
              </a:ext>
            </a:extLst>
          </p:cNvPr>
          <p:cNvGrpSpPr/>
          <p:nvPr/>
        </p:nvGrpSpPr>
        <p:grpSpPr>
          <a:xfrm>
            <a:off x="8347490" y="3845741"/>
            <a:ext cx="370195" cy="842962"/>
            <a:chOff x="2649229" y="3007519"/>
            <a:chExt cx="370195" cy="842962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25A8F65-2317-4DB5-8060-77058B313692}"/>
                </a:ext>
              </a:extLst>
            </p:cNvPr>
            <p:cNvSpPr/>
            <p:nvPr/>
          </p:nvSpPr>
          <p:spPr>
            <a:xfrm>
              <a:off x="2649229" y="3007519"/>
              <a:ext cx="370195" cy="8429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AFEB1717-D27B-4899-98DF-83B57DA1B5D7}"/>
                </a:ext>
              </a:extLst>
            </p:cNvPr>
            <p:cNvSpPr txBox="1"/>
            <p:nvPr/>
          </p:nvSpPr>
          <p:spPr>
            <a:xfrm rot="5400000">
              <a:off x="2430550" y="3275111"/>
              <a:ext cx="8075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A98C396E-B69E-4983-ABEC-6E3239A5A300}"/>
              </a:ext>
            </a:extLst>
          </p:cNvPr>
          <p:cNvCxnSpPr>
            <a:cxnSpLocks/>
            <a:stCxn id="5" idx="0"/>
          </p:cNvCxnSpPr>
          <p:nvPr/>
        </p:nvCxnSpPr>
        <p:spPr>
          <a:xfrm flipH="1">
            <a:off x="6420974" y="2584765"/>
            <a:ext cx="679922" cy="107402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BDB6ED3-23BB-4FED-B509-815869BC9A7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689371" y="2584765"/>
            <a:ext cx="1072272" cy="106721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1ECA1216-F684-46DC-8BFA-79F557E26380}"/>
              </a:ext>
            </a:extLst>
          </p:cNvPr>
          <p:cNvCxnSpPr>
            <a:cxnSpLocks/>
          </p:cNvCxnSpPr>
          <p:nvPr/>
        </p:nvCxnSpPr>
        <p:spPr>
          <a:xfrm flipV="1">
            <a:off x="3409674" y="1879275"/>
            <a:ext cx="2287442" cy="540470"/>
          </a:xfrm>
          <a:prstGeom prst="bentConnector3">
            <a:avLst>
              <a:gd name="adj1" fmla="val -473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图片 125" descr="\documentclass{article}&#10;\usepackage{amsmath}&#10;\pagestyle{empty}&#10;\begin{document}&#10;&#10;$$&#10;\mathcal{L}_\text{rec}&#10;$$&#10;&#10;&#10;\end{document}" title="IguanaTex Picture Display">
            <a:extLst>
              <a:ext uri="{FF2B5EF4-FFF2-40B4-BE49-F238E27FC236}">
                <a16:creationId xmlns:a16="http://schemas.microsoft.com/office/drawing/2014/main" id="{18D58280-5743-4BD0-AD4F-9BB36DAD96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730" y="1767802"/>
            <a:ext cx="419048" cy="217905"/>
          </a:xfrm>
          <a:prstGeom prst="rect">
            <a:avLst/>
          </a:prstGeom>
        </p:spPr>
      </p:pic>
      <p:cxnSp>
        <p:nvCxnSpPr>
          <p:cNvPr id="130" name="直接箭头连接符 114">
            <a:extLst>
              <a:ext uri="{FF2B5EF4-FFF2-40B4-BE49-F238E27FC236}">
                <a16:creationId xmlns:a16="http://schemas.microsoft.com/office/drawing/2014/main" id="{A25EC0E0-AE0D-4AAC-A662-B9E947E01F4B}"/>
              </a:ext>
            </a:extLst>
          </p:cNvPr>
          <p:cNvCxnSpPr>
            <a:cxnSpLocks/>
          </p:cNvCxnSpPr>
          <p:nvPr/>
        </p:nvCxnSpPr>
        <p:spPr>
          <a:xfrm flipH="1" flipV="1">
            <a:off x="6568796" y="1876755"/>
            <a:ext cx="2287442" cy="540470"/>
          </a:xfrm>
          <a:prstGeom prst="bentConnector3">
            <a:avLst>
              <a:gd name="adj1" fmla="val -473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1DCD3701-328F-4236-81B8-9E9BCA7C7C0D}"/>
              </a:ext>
            </a:extLst>
          </p:cNvPr>
          <p:cNvSpPr/>
          <p:nvPr/>
        </p:nvSpPr>
        <p:spPr>
          <a:xfrm>
            <a:off x="9280960" y="4670997"/>
            <a:ext cx="224043" cy="22404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EA3EC7D5-7CE0-4134-9987-515E600AAE58}"/>
              </a:ext>
            </a:extLst>
          </p:cNvPr>
          <p:cNvCxnSpPr/>
          <p:nvPr/>
        </p:nvCxnSpPr>
        <p:spPr>
          <a:xfrm flipV="1">
            <a:off x="9315590" y="4735394"/>
            <a:ext cx="154781" cy="95250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6B2CCC0F-5883-4AE6-B2AC-3BB67F613044}"/>
              </a:ext>
            </a:extLst>
          </p:cNvPr>
          <p:cNvSpPr txBox="1"/>
          <p:nvPr/>
        </p:nvSpPr>
        <p:spPr>
          <a:xfrm>
            <a:off x="9470371" y="4639523"/>
            <a:ext cx="1173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激活函数</a:t>
            </a:r>
          </a:p>
        </p:txBody>
      </p:sp>
    </p:spTree>
    <p:extLst>
      <p:ext uri="{BB962C8B-B14F-4D97-AF65-F5344CB8AC3E}">
        <p14:creationId xmlns:p14="http://schemas.microsoft.com/office/powerpoint/2010/main" val="358933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49307"/>
  <p:tag name="ORIGINALWIDTH" val="71.2411"/>
  <p:tag name="OUTPUTTYPE" val="PNG"/>
  <p:tag name="IGUANATEXVERSION" val="161"/>
  <p:tag name="LATEXADDIN" val="\documentclass{article}&#10;\usepackage{amsmath}&#10;\pagestyle{empty}&#10;\begin{document}&#10;&#10;$$&#10;\mathbf{x}&#10;$$&#10;&#10;&#10;\end{document}"/>
  <p:tag name="IGUANATEXSIZE" val="20"/>
  <p:tag name="IGUANATEXCURSOR" val="93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49307"/>
  <p:tag name="ORIGINALWIDTH" val="53.99323"/>
  <p:tag name="OUTPUTTYPE" val="PNG"/>
  <p:tag name="IGUANATEXVERSION" val="161"/>
  <p:tag name="LATEXADDIN" val="\documentclass{article}&#10;\usepackage{amsmath}&#10;\pagestyle{empty}&#10;\begin{document}&#10;&#10;$$&#10;\mathbf{z}&#10;$$&#10;&#10;&#10;\end{document}"/>
  <p:tag name="IGUANATEXSIZE" val="20"/>
  <p:tag name="IGUANATEXCURSOR" val="93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71.2411"/>
  <p:tag name="OUTPUTTYPE" val="PNG"/>
  <p:tag name="IGUANATEXVERSION" val="161"/>
  <p:tag name="LATEXADDIN" val="\documentclass{article}&#10;\usepackage{amsmath}&#10;\pagestyle{empty}&#10;\begin{document}&#10;&#10;$$&#10;\hat{\mathbf{x}}&#10;$$&#10;&#10;&#10;\end{document}"/>
  <p:tag name="IGUANATEXSIZE" val="20"/>
  <p:tag name="IGUANATEXCURSOR" val="100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2366"/>
  <p:tag name="ORIGINALWIDTH" val="206.2243"/>
  <p:tag name="OUTPUTTYPE" val="PNG"/>
  <p:tag name="IGUANATEXVERSION" val="161"/>
  <p:tag name="LATEXADDIN" val="\documentclass{article}&#10;\usepackage{amsmath}&#10;\pagestyle{empty}&#10;\begin{document}&#10;&#10;$$&#10;\mathcal{L}_\text{rec}&#10;$$&#10;&#10;&#10;\end{document}"/>
  <p:tag name="IGUANATEXSIZE" val="20"/>
  <p:tag name="IGUANATEXCURSOR" val="105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194.2258"/>
  <p:tag name="OUTPUTTYPE" val="PNG"/>
  <p:tag name="IGUANATEXVERSION" val="161"/>
  <p:tag name="LATEXADDIN" val="\documentclass{article}&#10;\usepackage{amsmath}&#10;\pagestyle{empty}&#10;\begin{document}&#10;&#10;$$&#10;\times l^{\mathcal{D}}&#10;$$&#10;&#10;&#10;\end{document}"/>
  <p:tag name="IGUANATEXSIZE" val="20"/>
  <p:tag name="IGUANATEXCURSOR" val="104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173.2283"/>
  <p:tag name="OUTPUTTYPE" val="PNG"/>
  <p:tag name="IGUANATEXVERSION" val="161"/>
  <p:tag name="LATEXADDIN" val="\documentclass{article}&#10;\usepackage{amsmath}&#10;\pagestyle{empty}&#10;\begin{document}&#10;&#10;$$&#10;\times l^{\mathcal{E}}&#10;$$&#10;&#10;&#10;\end{document}"/>
  <p:tag name="IGUANATEXSIZE" val="20"/>
  <p:tag name="IGUANATEXCURSOR" val="104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93.73827"/>
  <p:tag name="OUTPUTTYPE" val="PNG"/>
  <p:tag name="IGUANATEXVERSION" val="161"/>
  <p:tag name="LATEXADDIN" val="\documentclass{article}&#10;\usepackage{amsmath}&#10;\pagestyle{empty}&#10;\begin{document}&#10;&#10;$$&#10;\mathcal{D}&#10;$$&#10;&#10;&#10;\end{document}"/>
  <p:tag name="IGUANATEXSIZE" val="20"/>
  <p:tag name="IGUANATEXCURSOR" val="94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67.49158"/>
  <p:tag name="OUTPUTTYPE" val="PNG"/>
  <p:tag name="IGUANATEXVERSION" val="161"/>
  <p:tag name="LATEXADDIN" val="\documentclass{article}&#10;\usepackage{amsmath}&#10;\pagestyle{empty}&#10;\begin{document}&#10;&#10;$$&#10;\mathcal{E}&#10;$$&#10;&#10;&#10;\end{document}"/>
  <p:tag name="IGUANATEXSIZE" val="20"/>
  <p:tag name="IGUANATEXCURSOR" val="95"/>
  <p:tag name="TRANSPARENCY" val="True"/>
  <p:tag name="FILENAME" val=""/>
  <p:tag name="LATEXENGINEID" val="0"/>
  <p:tag name="TEMPFOLDER" val="E:\t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8</Words>
  <Application>Microsoft Office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Jiayang Sun</dc:creator>
  <cp:lastModifiedBy>Jiayang Sun</cp:lastModifiedBy>
  <cp:revision>44</cp:revision>
  <dcterms:created xsi:type="dcterms:W3CDTF">2026-01-16T05:33:45Z</dcterms:created>
  <dcterms:modified xsi:type="dcterms:W3CDTF">2026-01-16T13:07:41Z</dcterms:modified>
</cp:coreProperties>
</file>